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1435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DE5D3-0C7A-3EDE-5DB6-7C6733549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938" y="1496484"/>
            <a:ext cx="3857625" cy="3183467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006CF3-3A8E-BA34-0CD1-9B67AFFDF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93" indent="0" algn="ctr">
              <a:buNone/>
              <a:defRPr sz="844"/>
            </a:lvl2pPr>
            <a:lvl3pPr marL="385785" indent="0" algn="ctr">
              <a:buNone/>
              <a:defRPr sz="759"/>
            </a:lvl3pPr>
            <a:lvl4pPr marL="578678" indent="0" algn="ctr">
              <a:buNone/>
              <a:defRPr sz="675"/>
            </a:lvl4pPr>
            <a:lvl5pPr marL="771571" indent="0" algn="ctr">
              <a:buNone/>
              <a:defRPr sz="675"/>
            </a:lvl5pPr>
            <a:lvl6pPr marL="964463" indent="0" algn="ctr">
              <a:buNone/>
              <a:defRPr sz="675"/>
            </a:lvl6pPr>
            <a:lvl7pPr marL="1157356" indent="0" algn="ctr">
              <a:buNone/>
              <a:defRPr sz="675"/>
            </a:lvl7pPr>
            <a:lvl8pPr marL="1350249" indent="0" algn="ctr">
              <a:buNone/>
              <a:defRPr sz="675"/>
            </a:lvl8pPr>
            <a:lvl9pPr marL="1543141" indent="0" algn="ctr">
              <a:buNone/>
              <a:defRPr sz="67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86908A-95BD-CFB1-6DDA-FD6EFA62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F1C661-12EA-292E-E183-A80339A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D0FA4-5BD9-0F86-15FF-D5B86AE11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81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D505E-A1DA-B5CB-F3ED-D6A631103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B4D0C5-B969-30AD-F7B3-D6E8E3A22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03EFB7-68E6-03E9-90AB-E9AAEC46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3B47CA-8E31-6CEE-F0D8-7B525649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13B727-6481-37E6-D0E2-9EB2B6EC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89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1F60D-71E5-F501-D65A-2A15B48BA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38" y="2279653"/>
            <a:ext cx="4436269" cy="3803649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C840C4-B92D-F969-5AB9-44D909F45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938" y="6119286"/>
            <a:ext cx="4436269" cy="200024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1pPr>
            <a:lvl2pPr marL="192893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2pPr>
            <a:lvl3pPr marL="385785" indent="0">
              <a:buNone/>
              <a:defRPr sz="759">
                <a:solidFill>
                  <a:schemeClr val="tx1">
                    <a:tint val="75000"/>
                  </a:schemeClr>
                </a:solidFill>
              </a:defRPr>
            </a:lvl3pPr>
            <a:lvl4pPr marL="57867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71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4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7356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249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141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63A8B-9040-43F2-1873-96F69760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498011-D660-62D8-5101-07B508623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7DABF2-86C6-F8F9-A421-CFEF88E9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74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0254D-9496-A16B-5FE8-33C5B5A90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5EE3F2-4D98-BACC-5C40-48BCD976F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B8F8C5-70C9-6BED-BEA8-D44F6904C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E9921E-A0E7-D032-C39D-67589137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C43DF8-E6AA-54B6-9F8F-FD3D4AE63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07B81C-BA10-FBEA-5878-296A2A0A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89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82EB10-F142-8C4B-9417-528DF7E44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486836"/>
            <a:ext cx="4436269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009ECC-4B5C-C511-1D6C-DB23B6ADC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287" y="2241551"/>
            <a:ext cx="2175941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93" indent="0">
              <a:buNone/>
              <a:defRPr sz="844" b="1"/>
            </a:lvl2pPr>
            <a:lvl3pPr marL="385785" indent="0">
              <a:buNone/>
              <a:defRPr sz="759" b="1"/>
            </a:lvl3pPr>
            <a:lvl4pPr marL="578678" indent="0">
              <a:buNone/>
              <a:defRPr sz="675" b="1"/>
            </a:lvl4pPr>
            <a:lvl5pPr marL="771571" indent="0">
              <a:buNone/>
              <a:defRPr sz="675" b="1"/>
            </a:lvl5pPr>
            <a:lvl6pPr marL="964463" indent="0">
              <a:buNone/>
              <a:defRPr sz="675" b="1"/>
            </a:lvl6pPr>
            <a:lvl7pPr marL="1157356" indent="0">
              <a:buNone/>
              <a:defRPr sz="675" b="1"/>
            </a:lvl7pPr>
            <a:lvl8pPr marL="1350249" indent="0">
              <a:buNone/>
              <a:defRPr sz="675" b="1"/>
            </a:lvl8pPr>
            <a:lvl9pPr marL="1543141" indent="0">
              <a:buNone/>
              <a:defRPr sz="67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DDE3C7-9FB2-3CD5-9FBF-69194C4ED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287" y="3340100"/>
            <a:ext cx="2175941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2A6899-48B8-F160-34BF-15C31CF67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03898" y="2241551"/>
            <a:ext cx="2186657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93" indent="0">
              <a:buNone/>
              <a:defRPr sz="844" b="1"/>
            </a:lvl2pPr>
            <a:lvl3pPr marL="385785" indent="0">
              <a:buNone/>
              <a:defRPr sz="759" b="1"/>
            </a:lvl3pPr>
            <a:lvl4pPr marL="578678" indent="0">
              <a:buNone/>
              <a:defRPr sz="675" b="1"/>
            </a:lvl4pPr>
            <a:lvl5pPr marL="771571" indent="0">
              <a:buNone/>
              <a:defRPr sz="675" b="1"/>
            </a:lvl5pPr>
            <a:lvl6pPr marL="964463" indent="0">
              <a:buNone/>
              <a:defRPr sz="675" b="1"/>
            </a:lvl6pPr>
            <a:lvl7pPr marL="1157356" indent="0">
              <a:buNone/>
              <a:defRPr sz="675" b="1"/>
            </a:lvl7pPr>
            <a:lvl8pPr marL="1350249" indent="0">
              <a:buNone/>
              <a:defRPr sz="675" b="1"/>
            </a:lvl8pPr>
            <a:lvl9pPr marL="1543141" indent="0">
              <a:buNone/>
              <a:defRPr sz="67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896B7F-EB6D-F0C8-3E56-FCACC3EFA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03898" y="3340100"/>
            <a:ext cx="218665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371E64-A2B4-AF2D-014B-323CBFED7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DD6B0A-6C70-C4AC-ED3F-126CF63B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C0E5DB-1C81-CF49-BFE4-3D506C3B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825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810BF-74DF-9089-3AD1-5FD65EF8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1E548A-2DE1-E8AC-A7CF-176427C9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C99604-3942-70D2-634F-038A45ED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802824-865F-64DB-94B8-DF11C213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23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48568F-6702-0627-AE2A-D7B81C9E0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C6F09A-F45A-C5AC-F7F2-4AF7E327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D98043-0E07-FB9E-24A1-E1137DDCE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02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6B4F23-CAA6-F218-6BA5-0C3A6D29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2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F609C-1912-CED7-2E1C-7D12B6672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58" y="1316569"/>
            <a:ext cx="2603897" cy="6498167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B6BB24-A74F-1407-C0E3-0E4C9BCF8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0"/>
            <a:ext cx="1658912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93" indent="0">
              <a:buNone/>
              <a:defRPr sz="591"/>
            </a:lvl2pPr>
            <a:lvl3pPr marL="385785" indent="0">
              <a:buNone/>
              <a:defRPr sz="506"/>
            </a:lvl3pPr>
            <a:lvl4pPr marL="578678" indent="0">
              <a:buNone/>
              <a:defRPr sz="422"/>
            </a:lvl4pPr>
            <a:lvl5pPr marL="771571" indent="0">
              <a:buNone/>
              <a:defRPr sz="422"/>
            </a:lvl5pPr>
            <a:lvl6pPr marL="964463" indent="0">
              <a:buNone/>
              <a:defRPr sz="422"/>
            </a:lvl6pPr>
            <a:lvl7pPr marL="1157356" indent="0">
              <a:buNone/>
              <a:defRPr sz="422"/>
            </a:lvl7pPr>
            <a:lvl8pPr marL="1350249" indent="0">
              <a:buNone/>
              <a:defRPr sz="422"/>
            </a:lvl8pPr>
            <a:lvl9pPr marL="1543141" indent="0">
              <a:buNone/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111D53-8D00-8ECD-2729-F4F768F70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0C7F06-1263-592E-8485-708F7A7B4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CCC1A0-121F-41C3-5357-FA21C171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572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D1164-3408-E287-4C02-A6A191A1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2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1CB67E-BDAE-02B0-E9F3-88DD40C9D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86658" y="1316569"/>
            <a:ext cx="2603897" cy="6498167"/>
          </a:xfrm>
        </p:spPr>
        <p:txBody>
          <a:bodyPr/>
          <a:lstStyle>
            <a:lvl1pPr marL="0" indent="0">
              <a:buNone/>
              <a:defRPr sz="1350"/>
            </a:lvl1pPr>
            <a:lvl2pPr marL="192893" indent="0">
              <a:buNone/>
              <a:defRPr sz="1181"/>
            </a:lvl2pPr>
            <a:lvl3pPr marL="385785" indent="0">
              <a:buNone/>
              <a:defRPr sz="1013"/>
            </a:lvl3pPr>
            <a:lvl4pPr marL="578678" indent="0">
              <a:buNone/>
              <a:defRPr sz="844"/>
            </a:lvl4pPr>
            <a:lvl5pPr marL="771571" indent="0">
              <a:buNone/>
              <a:defRPr sz="844"/>
            </a:lvl5pPr>
            <a:lvl6pPr marL="964463" indent="0">
              <a:buNone/>
              <a:defRPr sz="844"/>
            </a:lvl6pPr>
            <a:lvl7pPr marL="1157356" indent="0">
              <a:buNone/>
              <a:defRPr sz="844"/>
            </a:lvl7pPr>
            <a:lvl8pPr marL="1350249" indent="0">
              <a:buNone/>
              <a:defRPr sz="844"/>
            </a:lvl8pPr>
            <a:lvl9pPr marL="1543141" indent="0">
              <a:buNone/>
              <a:defRPr sz="844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D27413-622B-5304-944B-C5005C876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0"/>
            <a:ext cx="1658912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93" indent="0">
              <a:buNone/>
              <a:defRPr sz="591"/>
            </a:lvl2pPr>
            <a:lvl3pPr marL="385785" indent="0">
              <a:buNone/>
              <a:defRPr sz="506"/>
            </a:lvl3pPr>
            <a:lvl4pPr marL="578678" indent="0">
              <a:buNone/>
              <a:defRPr sz="422"/>
            </a:lvl4pPr>
            <a:lvl5pPr marL="771571" indent="0">
              <a:buNone/>
              <a:defRPr sz="422"/>
            </a:lvl5pPr>
            <a:lvl6pPr marL="964463" indent="0">
              <a:buNone/>
              <a:defRPr sz="422"/>
            </a:lvl6pPr>
            <a:lvl7pPr marL="1157356" indent="0">
              <a:buNone/>
              <a:defRPr sz="422"/>
            </a:lvl7pPr>
            <a:lvl8pPr marL="1350249" indent="0">
              <a:buNone/>
              <a:defRPr sz="422"/>
            </a:lvl8pPr>
            <a:lvl9pPr marL="1543141" indent="0">
              <a:buNone/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1E72E1-4736-CA20-451F-017CAB45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3062BF-178D-7939-3A4A-A01AA1267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4C0B9D-0B53-1C35-76F1-A40F3C77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53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6EA3B-52B9-4234-022E-6FE8FA32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43DC10-10FF-6277-1DEA-F740F45F2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4E8C34-7AE7-418F-97EE-C5166467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01DE66-1FCE-6A63-57C5-95A89DC5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A0A654-49AF-F78B-B475-ED6CBE6A7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298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01368D-0F17-C8D4-E230-5C9DABA02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80818" y="486834"/>
            <a:ext cx="1109067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04FEB8-CF68-E83C-6C4C-145DD3D38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3616" y="486834"/>
            <a:ext cx="3262908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80C60-7184-CCAE-D793-AB617C9A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79151B-671B-0EBC-4BBD-A9909AC3E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D1DD8B-50EB-CF6A-CB53-D77FD7F5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194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C55A6A-1AD7-E75D-92AB-A988D04F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16" y="486836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494F7F-D85E-4085-7532-BE8C4F68C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B363C2-59AC-7940-99E8-5187230DD8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DDA81-E229-4E57-89E0-0C363FDE6A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9EBD95-FDCA-AC9A-9B25-9DE654A36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0CDE29-650A-2812-B8DC-20EB70870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45F92-0957-494E-B06C-376BBB53A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50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85785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6" indent="-96446" algn="l" defTabSz="385785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39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32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124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4pPr>
      <a:lvl5pPr marL="868017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5pPr>
      <a:lvl6pPr marL="1060910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6pPr>
      <a:lvl7pPr marL="1253802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7pPr>
      <a:lvl8pPr marL="1446695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8pPr>
      <a:lvl9pPr marL="1639588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1pPr>
      <a:lvl2pPr marL="192893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2pPr>
      <a:lvl3pPr marL="385785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3pPr>
      <a:lvl4pPr marL="578678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4pPr>
      <a:lvl5pPr marL="771571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5pPr>
      <a:lvl6pPr marL="964463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6pPr>
      <a:lvl7pPr marL="1157356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7pPr>
      <a:lvl8pPr marL="1350249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8pPr>
      <a:lvl9pPr marL="1543141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3826D5E-2695-B53C-3E87-F9FFD886E8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07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6D370B-8AC2-1596-21AE-F6BDBD482D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095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41A1BC1-4269-AEBD-3539-A9B833DE7A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80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0A9EF7-6199-2C3E-0606-F265C7325B6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65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6D01D9-E213-D84D-2560-5819534FB7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71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4256589-B96D-465E-F49F-DC82040D135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162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CE1CC9-A530-5417-5ADE-316F7CD31A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95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A296CA-9EBF-C9A8-23EA-CCC2EA6706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399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BD99C84-6AC9-A7B3-4182-A6028B51A05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88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8133D7E-3CC0-2ED1-E4A0-9B4B17DEB4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76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1578804454@qq.com</dc:creator>
  <cp:lastModifiedBy>1578804454@qq.com</cp:lastModifiedBy>
  <cp:revision>1</cp:revision>
  <dcterms:created xsi:type="dcterms:W3CDTF">2026-06-10T03:59:46Z</dcterms:created>
  <dcterms:modified xsi:type="dcterms:W3CDTF">2026-06-10T03:59:46Z</dcterms:modified>
</cp:coreProperties>
</file>