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51435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3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8F214-B6BA-33E3-1C1A-C11772F48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496484"/>
            <a:ext cx="3857625" cy="3183467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FABBEF-B3C9-1AB9-A27E-4AF9929B3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93" indent="0" algn="ctr">
              <a:buNone/>
              <a:defRPr sz="844"/>
            </a:lvl2pPr>
            <a:lvl3pPr marL="385785" indent="0" algn="ctr">
              <a:buNone/>
              <a:defRPr sz="759"/>
            </a:lvl3pPr>
            <a:lvl4pPr marL="578678" indent="0" algn="ctr">
              <a:buNone/>
              <a:defRPr sz="675"/>
            </a:lvl4pPr>
            <a:lvl5pPr marL="771571" indent="0" algn="ctr">
              <a:buNone/>
              <a:defRPr sz="675"/>
            </a:lvl5pPr>
            <a:lvl6pPr marL="964463" indent="0" algn="ctr">
              <a:buNone/>
              <a:defRPr sz="675"/>
            </a:lvl6pPr>
            <a:lvl7pPr marL="1157356" indent="0" algn="ctr">
              <a:buNone/>
              <a:defRPr sz="675"/>
            </a:lvl7pPr>
            <a:lvl8pPr marL="1350249" indent="0" algn="ctr">
              <a:buNone/>
              <a:defRPr sz="675"/>
            </a:lvl8pPr>
            <a:lvl9pPr marL="1543141" indent="0" algn="ctr">
              <a:buNone/>
              <a:defRPr sz="67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44D6B-8424-F411-7077-4C5E9DE2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27CAE-E518-B271-DF5E-968B31B9E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BF31A6-8B87-DAE7-B20E-16858366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51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68B8C-1EDD-AFC2-C524-9E149C34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BBC693-559D-C8E0-8588-257FABDF6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20D19-26B6-63DF-B929-7A9BB314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4BD02-4A1E-9CDE-F86B-A1A98B011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83E85-D0FD-35E3-CC6C-4E79CB9C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13B6C-20DB-2FC9-64B9-A9767DB2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8" y="2279653"/>
            <a:ext cx="4436269" cy="3803649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D62D18-17DC-4EDE-BEC4-8091B6143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8" y="6119286"/>
            <a:ext cx="4436269" cy="200024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93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85" indent="0">
              <a:buNone/>
              <a:defRPr sz="759">
                <a:solidFill>
                  <a:schemeClr val="tx1">
                    <a:tint val="75000"/>
                  </a:schemeClr>
                </a:solidFill>
              </a:defRPr>
            </a:lvl3pPr>
            <a:lvl4pPr marL="57867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7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35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24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141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68AC0-FB41-8648-CB19-D6C9329B0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F6CD5-3C44-6CB0-F556-D1187389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04B63-3D08-0B07-B2B7-0F3665B29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96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6A8B3-10CB-A083-7CB8-0728D5C6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8DDDB-8BCF-F617-C30F-D5D7778A7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F2118E-764C-109B-1480-5702FA6F9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C01F5D-D3CB-0EF2-DC4A-FA2545C1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9BE543-DB1D-ABC9-1154-BF0E5828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1F7C91-9B72-992D-37E4-AC6B35C4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3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8C810-E10F-FA99-20F4-8C3F26C5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486836"/>
            <a:ext cx="4436269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86A1A-E4A9-483A-6FCA-FED909664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7" y="2241551"/>
            <a:ext cx="2175941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936362-6A11-1BC8-506B-19BFB7016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7" y="3340100"/>
            <a:ext cx="2175941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7A8D06-E870-7F2E-9847-5509A6ACE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241551"/>
            <a:ext cx="2186657" cy="1098549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93" indent="0">
              <a:buNone/>
              <a:defRPr sz="844" b="1"/>
            </a:lvl2pPr>
            <a:lvl3pPr marL="385785" indent="0">
              <a:buNone/>
              <a:defRPr sz="759" b="1"/>
            </a:lvl3pPr>
            <a:lvl4pPr marL="578678" indent="0">
              <a:buNone/>
              <a:defRPr sz="675" b="1"/>
            </a:lvl4pPr>
            <a:lvl5pPr marL="771571" indent="0">
              <a:buNone/>
              <a:defRPr sz="675" b="1"/>
            </a:lvl5pPr>
            <a:lvl6pPr marL="964463" indent="0">
              <a:buNone/>
              <a:defRPr sz="675" b="1"/>
            </a:lvl6pPr>
            <a:lvl7pPr marL="1157356" indent="0">
              <a:buNone/>
              <a:defRPr sz="675" b="1"/>
            </a:lvl7pPr>
            <a:lvl8pPr marL="1350249" indent="0">
              <a:buNone/>
              <a:defRPr sz="675" b="1"/>
            </a:lvl8pPr>
            <a:lvl9pPr marL="1543141" indent="0">
              <a:buNone/>
              <a:defRPr sz="6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4EE0E92-E7DC-037F-D09F-5C9809839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3340100"/>
            <a:ext cx="218665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991C15-A3BE-5644-2D20-0F2385F3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F4E49F-5D9A-7543-97DF-56620093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775F0B-1E9B-A70D-F056-081FC56AD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78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1A7A7-C89B-78FB-8D43-DFD6426A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AB85A5-3912-3A1E-79B2-6D6F11A8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89C0BB-B940-CA60-877B-9D2DE38A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52DA49-2D12-531B-9A49-EBC9A482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4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1BCA93-577E-1299-2F79-627656C7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7547A7-DE71-CE22-CAA2-1462138E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3BABD-77C1-DFF9-D28D-DF709ED6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81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216B2-C4BD-21FC-DA3D-5B8F8B84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2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EFA2C-5A95-3D4D-8E4F-E9051136C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316569"/>
            <a:ext cx="2603897" cy="6498167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7E4A74-80D3-3E2A-F5EB-1D4D3BFC4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0"/>
            <a:ext cx="1658912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EEA333-92EB-BC70-8AC1-06368222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561FF7-29D1-B343-9420-D3D86BE3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DB0070-01E2-C69A-18F2-C21845F5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39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5825C-A245-F50A-DCE9-AF3264FD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09600"/>
            <a:ext cx="1658912" cy="21336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23A2F2-37F4-1DCF-7F2C-BDEC714C8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316569"/>
            <a:ext cx="2603897" cy="6498167"/>
          </a:xfrm>
        </p:spPr>
        <p:txBody>
          <a:bodyPr/>
          <a:lstStyle>
            <a:lvl1pPr marL="0" indent="0">
              <a:buNone/>
              <a:defRPr sz="1350"/>
            </a:lvl1pPr>
            <a:lvl2pPr marL="192893" indent="0">
              <a:buNone/>
              <a:defRPr sz="1181"/>
            </a:lvl2pPr>
            <a:lvl3pPr marL="385785" indent="0">
              <a:buNone/>
              <a:defRPr sz="1013"/>
            </a:lvl3pPr>
            <a:lvl4pPr marL="578678" indent="0">
              <a:buNone/>
              <a:defRPr sz="844"/>
            </a:lvl4pPr>
            <a:lvl5pPr marL="771571" indent="0">
              <a:buNone/>
              <a:defRPr sz="844"/>
            </a:lvl5pPr>
            <a:lvl6pPr marL="964463" indent="0">
              <a:buNone/>
              <a:defRPr sz="844"/>
            </a:lvl6pPr>
            <a:lvl7pPr marL="1157356" indent="0">
              <a:buNone/>
              <a:defRPr sz="844"/>
            </a:lvl7pPr>
            <a:lvl8pPr marL="1350249" indent="0">
              <a:buNone/>
              <a:defRPr sz="844"/>
            </a:lvl8pPr>
            <a:lvl9pPr marL="1543141" indent="0">
              <a:buNone/>
              <a:defRPr sz="84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C4B0F4-AA32-6451-58EF-3A093E8F0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2743200"/>
            <a:ext cx="1658912" cy="5082117"/>
          </a:xfrm>
        </p:spPr>
        <p:txBody>
          <a:bodyPr/>
          <a:lstStyle>
            <a:lvl1pPr marL="0" indent="0">
              <a:buNone/>
              <a:defRPr sz="675"/>
            </a:lvl1pPr>
            <a:lvl2pPr marL="192893" indent="0">
              <a:buNone/>
              <a:defRPr sz="591"/>
            </a:lvl2pPr>
            <a:lvl3pPr marL="385785" indent="0">
              <a:buNone/>
              <a:defRPr sz="506"/>
            </a:lvl3pPr>
            <a:lvl4pPr marL="578678" indent="0">
              <a:buNone/>
              <a:defRPr sz="422"/>
            </a:lvl4pPr>
            <a:lvl5pPr marL="771571" indent="0">
              <a:buNone/>
              <a:defRPr sz="422"/>
            </a:lvl5pPr>
            <a:lvl6pPr marL="964463" indent="0">
              <a:buNone/>
              <a:defRPr sz="422"/>
            </a:lvl6pPr>
            <a:lvl7pPr marL="1157356" indent="0">
              <a:buNone/>
              <a:defRPr sz="422"/>
            </a:lvl7pPr>
            <a:lvl8pPr marL="1350249" indent="0">
              <a:buNone/>
              <a:defRPr sz="422"/>
            </a:lvl8pPr>
            <a:lvl9pPr marL="1543141" indent="0">
              <a:buNone/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00BF-9777-FF12-5519-27350AC7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6894D9-08C3-2552-0055-3A65041E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34B94-9485-A060-6EDD-69FF4C4F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08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1239B-2D84-4BEC-7347-A11525F3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885E4C-7F78-EF98-3ACA-09D143019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54527-0926-E7DB-BD4A-2DB0997A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401DF-6929-E7E3-C6A5-83032819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3F86D-903E-4574-2F27-B82F9D09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26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1CC132-6BA9-C210-630F-4918F5CCC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44A336-59C4-28BD-D904-4CAA2610D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0B2591-F178-5AE6-F51A-EA96CA77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560487-E2AF-91A0-019B-03CCA5A2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5A9CEF-6F34-67E9-A980-1895119B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07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38445F-3F45-E448-0628-1AB34A53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991E23-EA5E-F224-720A-9DD6B6300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5C4E34-F186-CFF4-EC7A-4F7A8BAC2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66F1C-3BFE-4E23-A7E5-152D15FD54BC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50C34-E1D5-7B53-A9B4-5F753B02D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8821FB-4294-A3D5-FC9F-0820923CE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ADB4C-778A-4F2D-A616-8A70FBD80B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559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85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6" indent="-96446" algn="l" defTabSz="385785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39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32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124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4pPr>
      <a:lvl5pPr marL="868017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5pPr>
      <a:lvl6pPr marL="1060910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6pPr>
      <a:lvl7pPr marL="1253802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7pPr>
      <a:lvl8pPr marL="1446695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8pPr>
      <a:lvl9pPr marL="1639588" indent="-96446" algn="l" defTabSz="385785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1pPr>
      <a:lvl2pPr marL="192893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2pPr>
      <a:lvl3pPr marL="385785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3pPr>
      <a:lvl4pPr marL="578678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4pPr>
      <a:lvl5pPr marL="771571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5pPr>
      <a:lvl6pPr marL="964463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6pPr>
      <a:lvl7pPr marL="1157356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7pPr>
      <a:lvl8pPr marL="1350249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8pPr>
      <a:lvl9pPr marL="1543141" algn="l" defTabSz="385785" rtl="0" eaLnBrk="1" latinLnBrk="0" hangingPunct="1">
        <a:defRPr sz="7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CC59D4-3999-0FF7-2D72-F6B7B5CA183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36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0E4264-3C19-67FF-C758-0306789276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8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FA4B2A-85A6-A374-2297-919FB38F2C3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58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F3C103-8880-B9CE-8DC9-DBC49E6AA6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5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90A4FC-BC2D-5B5A-6A8C-6EDD791A63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44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B2F31D-8F25-4251-5909-EA05D39F8D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90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BEDA6A-D4D0-5940-2335-2E15898437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4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283120C-1AEE-57AB-0C95-66FABB82EA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43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216A1F-A96B-8200-761D-F1E648E77BA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18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1578804454@qq.com</dc:creator>
  <cp:lastModifiedBy>1578804454@qq.com</cp:lastModifiedBy>
  <cp:revision>1</cp:revision>
  <dcterms:created xsi:type="dcterms:W3CDTF">2026-06-10T08:07:03Z</dcterms:created>
  <dcterms:modified xsi:type="dcterms:W3CDTF">2026-06-10T08:07:03Z</dcterms:modified>
</cp:coreProperties>
</file>