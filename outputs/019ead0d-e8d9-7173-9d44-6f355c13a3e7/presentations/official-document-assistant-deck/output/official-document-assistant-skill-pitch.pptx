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97f4386a0b4fe3" /><Relationship Type="http://schemas.openxmlformats.org/officeDocument/2006/relationships/extended-properties" Target="/docProps/app.xml" Id="R1afb546e1e534647" /><Relationship Type="http://schemas.openxmlformats.org/officeDocument/2006/relationships/officeDocument" Target="/ppt/presentation.xml" Id="Rca1dd1f0b58643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4e7ece7dac4a92"/>
  </p:sldMasterIdLst>
  <p:notesMasterIdLst>
    <p:notesMasterId xmlns:r="http://schemas.openxmlformats.org/officeDocument/2006/relationships" r:id="Rc6d2dc8cb71748c1"/>
  </p:notesMasterIdLst>
  <p:sldIdLst>
    <p:sldId xmlns:r="http://schemas.openxmlformats.org/officeDocument/2006/relationships" id="256" r:id="R1e49b2ed133140cb"/>
    <p:sldId xmlns:r="http://schemas.openxmlformats.org/officeDocument/2006/relationships" id="257" r:id="Rbd285cb423ab495d"/>
    <p:sldId xmlns:r="http://schemas.openxmlformats.org/officeDocument/2006/relationships" id="258" r:id="Rcbe0e9e7a2ea4410"/>
    <p:sldId xmlns:r="http://schemas.openxmlformats.org/officeDocument/2006/relationships" id="259" r:id="Rf93e6d12106e4480"/>
    <p:sldId xmlns:r="http://schemas.openxmlformats.org/officeDocument/2006/relationships" id="260" r:id="R3709436254494f75"/>
    <p:sldId xmlns:r="http://schemas.openxmlformats.org/officeDocument/2006/relationships" id="261" r:id="R6d75b584776b4404"/>
    <p:sldId xmlns:r="http://schemas.openxmlformats.org/officeDocument/2006/relationships" id="262" r:id="Rdb417a45f5be4d6a"/>
    <p:sldId xmlns:r="http://schemas.openxmlformats.org/officeDocument/2006/relationships" id="263" r:id="Rddf6df7d22e34429"/>
    <p:sldId xmlns:r="http://schemas.openxmlformats.org/officeDocument/2006/relationships" id="264" r:id="R09df0d05b1444081"/>
    <p:sldId xmlns:r="http://schemas.openxmlformats.org/officeDocument/2006/relationships" id="265" r:id="R627e87b268994e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3b8febde404adf" /><Relationship Type="http://schemas.openxmlformats.org/officeDocument/2006/relationships/slideMaster" Target="/ppt/slideMasters/slideMaster1.xml" Id="R484e7ece7dac4a92" /><Relationship Type="http://schemas.openxmlformats.org/officeDocument/2006/relationships/notesMaster" Target="/ppt/notesMasters/notesMaster1.xml" Id="Rc6d2dc8cb71748c1" /><Relationship Type="http://schemas.openxmlformats.org/officeDocument/2006/relationships/presProps" Target="/ppt/presProps.xml" Id="R706fa6651b5e44a3" /><Relationship Type="http://schemas.openxmlformats.org/officeDocument/2006/relationships/viewProps" Target="/ppt/viewProps.xml" Id="Reeecf460edf14a63" /><Relationship Type="http://schemas.openxmlformats.org/officeDocument/2006/relationships/tableStyles" Target="/ppt/tableStyles.xml" Id="Rbb9ff04f5073483e" /><Relationship Type="http://schemas.openxmlformats.org/officeDocument/2006/relationships/slide" Target="/ppt/slides/slide1.xml" Id="R1e49b2ed133140cb" /><Relationship Type="http://schemas.openxmlformats.org/officeDocument/2006/relationships/slide" Target="/ppt/slides/slide2.xml" Id="Rbd285cb423ab495d" /><Relationship Type="http://schemas.openxmlformats.org/officeDocument/2006/relationships/slide" Target="/ppt/slides/slide3.xml" Id="Rcbe0e9e7a2ea4410" /><Relationship Type="http://schemas.openxmlformats.org/officeDocument/2006/relationships/slide" Target="/ppt/slides/slide4.xml" Id="Rf93e6d12106e4480" /><Relationship Type="http://schemas.openxmlformats.org/officeDocument/2006/relationships/slide" Target="/ppt/slides/slide5.xml" Id="R3709436254494f75" /><Relationship Type="http://schemas.openxmlformats.org/officeDocument/2006/relationships/slide" Target="/ppt/slides/slide6.xml" Id="R6d75b584776b4404" /><Relationship Type="http://schemas.openxmlformats.org/officeDocument/2006/relationships/slide" Target="/ppt/slides/slide7.xml" Id="Rdb417a45f5be4d6a" /><Relationship Type="http://schemas.openxmlformats.org/officeDocument/2006/relationships/slide" Target="/ppt/slides/slide8.xml" Id="Rddf6df7d22e34429" /><Relationship Type="http://schemas.openxmlformats.org/officeDocument/2006/relationships/slide" Target="/ppt/slides/slide9.xml" Id="R09df0d05b1444081" /><Relationship Type="http://schemas.openxmlformats.org/officeDocument/2006/relationships/slide" Target="/ppt/slides/slide10.xml" Id="R627e87b268994e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45956d83e647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134570871f423f" /><Relationship Type="http://schemas.openxmlformats.org/officeDocument/2006/relationships/notesMaster" Target="/ppt/notesMasters/notesMaster1.xml" Id="R2af6b6e218ec43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fb5e6ed7954ef9" /><Relationship Type="http://schemas.openxmlformats.org/officeDocument/2006/relationships/notesMaster" Target="/ppt/notesMasters/notesMaster1.xml" Id="Rf83c2d71800549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275c05134f4923" /><Relationship Type="http://schemas.openxmlformats.org/officeDocument/2006/relationships/notesMaster" Target="/ppt/notesMasters/notesMaster1.xml" Id="R905e67707b144f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0e3b29d00a4614" /><Relationship Type="http://schemas.openxmlformats.org/officeDocument/2006/relationships/notesMaster" Target="/ppt/notesMasters/notesMaster1.xml" Id="Ra4b9db79ce1040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da6444176947e7" /><Relationship Type="http://schemas.openxmlformats.org/officeDocument/2006/relationships/notesMaster" Target="/ppt/notesMasters/notesMaster1.xml" Id="Rf9ea946db66d4c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499438522f4cc8" /><Relationship Type="http://schemas.openxmlformats.org/officeDocument/2006/relationships/notesMaster" Target="/ppt/notesMasters/notesMaster1.xml" Id="R396fc887a9e444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46b3e612544a59" /><Relationship Type="http://schemas.openxmlformats.org/officeDocument/2006/relationships/notesMaster" Target="/ppt/notesMasters/notesMaster1.xml" Id="Ra3b831e4417148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08fd81dc5a4e13" /><Relationship Type="http://schemas.openxmlformats.org/officeDocument/2006/relationships/notesMaster" Target="/ppt/notesMasters/notesMaster1.xml" Id="R2227f5306a324a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59ced5ce054dc1" /><Relationship Type="http://schemas.openxmlformats.org/officeDocument/2006/relationships/notesMaster" Target="/ppt/notesMasters/notesMaster1.xml" Id="R6d9c5bb3afe542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cf58e2bdca486a" /><Relationship Type="http://schemas.openxmlformats.org/officeDocument/2006/relationships/notesMaster" Target="/ppt/notesMasters/notesMaster1.xml" Id="R202df3d584a543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b5dedad0741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b383076a9c4ab7" /><Relationship Type="http://schemas.openxmlformats.org/officeDocument/2006/relationships/slideLayout" Target="/ppt/slideLayouts/slideLayout1.xml" Id="Rb9333ca733764c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333ca733764c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a04680b3c42c3" /><Relationship Type="http://schemas.openxmlformats.org/officeDocument/2006/relationships/notesSlide" Target="/ppt/notesSlides/notesSlide1.xml" Id="R4d267878a8904d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9219d122b4d03" /><Relationship Type="http://schemas.openxmlformats.org/officeDocument/2006/relationships/notesSlide" Target="/ppt/notesSlides/notesSlide2.xml" Id="R67c99dc331c340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975abc6cc41c9" /><Relationship Type="http://schemas.openxmlformats.org/officeDocument/2006/relationships/notesSlide" Target="/ppt/notesSlides/notesSlide3.xml" Id="R09d431144dd044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60844306840b0" /><Relationship Type="http://schemas.openxmlformats.org/officeDocument/2006/relationships/notesSlide" Target="/ppt/notesSlides/notesSlide4.xml" Id="Ra9a9180bdb8243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d423023fa4664" /><Relationship Type="http://schemas.openxmlformats.org/officeDocument/2006/relationships/image" Target="/ppt/media/image.png" Id="R2c5f16dc2d0d4dd1" /><Relationship Type="http://schemas.openxmlformats.org/officeDocument/2006/relationships/notesSlide" Target="/ppt/notesSlides/notesSlide5.xml" Id="R706ccdc1ab0a43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39e325d0e4173" /><Relationship Type="http://schemas.openxmlformats.org/officeDocument/2006/relationships/image" Target="/ppt/media/image2.png" Id="R34ea9614a6dd47ae" /><Relationship Type="http://schemas.openxmlformats.org/officeDocument/2006/relationships/image" Target="/ppt/media/image3.png" Id="R668348eb0ce24a4f" /><Relationship Type="http://schemas.openxmlformats.org/officeDocument/2006/relationships/notesSlide" Target="/ppt/notesSlides/notesSlide6.xml" Id="R695fb825cc5646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c187965fc459f" /><Relationship Type="http://schemas.openxmlformats.org/officeDocument/2006/relationships/image" Target="/ppt/media/image4.png" Id="R2d0b80c923594236" /><Relationship Type="http://schemas.openxmlformats.org/officeDocument/2006/relationships/notesSlide" Target="/ppt/notesSlides/notesSlide7.xml" Id="R65d3216f05994b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35bbec43b4125" /><Relationship Type="http://schemas.openxmlformats.org/officeDocument/2006/relationships/notesSlide" Target="/ppt/notesSlides/notesSlide8.xml" Id="R9eaad3c4fc0344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2b1a0806e4247" /><Relationship Type="http://schemas.openxmlformats.org/officeDocument/2006/relationships/image" Target="/ppt/media/image5.png" Id="R9e81ad0c63cd4991" /><Relationship Type="http://schemas.openxmlformats.org/officeDocument/2006/relationships/notesSlide" Target="/ppt/notesSlides/notesSlide9.xml" Id="Ra80057320c404f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be2d775f24c93" /><Relationship Type="http://schemas.openxmlformats.org/officeDocument/2006/relationships/notesSlide" Target="/ppt/notesSlides/notesSlide10.xml" Id="Rc3296eb2c0e3456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8D8C3B-CDE5-41F3-8806-D4869929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82C5E-C65B-48BD-928F-F947FC74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9F54E-7A05-443C-977D-B37CDA4E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D88CA-D7D3-4F57-AD78-7206EDAA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C2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C28A"/>
                </a:solidFill>
                <a:latin typeface="Aptos"/>
                <a:ea typeface="Aptos"/>
                <a:cs typeface="Aptos"/>
              </a:rPr>
              <a:t>SKILLHUB PUBLISHED · V0.2.0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90288-0D5C-4583-91D5-F8DF8780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official-document-assistant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011A0-96AF-4B22-B0ED-C5F87335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DEE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DEE8"/>
                </a:solidFill>
                <a:latin typeface="Aptos"/>
                <a:ea typeface="Aptos"/>
                <a:cs typeface="Aptos"/>
              </a:rPr>
              <a:t>公文格式检查与材料起草助手：起草、审查、督办，一条链路解决正式材料处理。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766F9-70AF-4D64-92E4-85491736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8A"/>
          </a:solidFill>
          <a:ln xmlns:a="http://schemas.openxmlformats.org/drawingml/2006/main" w="0">
            <a:solidFill>
              <a:srgbClr val="25C2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4F814-E7ED-4965-B84E-ED679C0D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已发布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CF266-C858-4349-AB73-BDBF4FAC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57500"/>
            <a:ext cx="76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EC"/>
          </a:solidFill>
          <a:ln xmlns:a="http://schemas.openxmlformats.org/drawingml/2006/main" w="0">
            <a:solidFill>
              <a:srgbClr val="DFF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B900B-7028-4AAD-9F59-E380C623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05125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公开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CFFFA-BE41-4191-8694-C8F10A4D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5750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F2A9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938C1-A89D-407E-AEEF-5ADAEC35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05125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政务赛道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78092-995A-430A-A373-396BAD14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D6EA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FD6EA"/>
                </a:solidFill>
                <a:latin typeface="Aptos Mono"/>
                <a:ea typeface="Aptos Mono"/>
                <a:cs typeface="Aptos Mono"/>
              </a:rPr>
              <a:t>https://skill.xfyun.cn/space/global/official-document-assistant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2A0C9-7618-4850-8FF7-8C76E2BF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47750"/>
            <a:ext cx="3143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35B94-D267-47BA-97F9-B110C217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287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当前传播目标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F3D1C-3C8B-4F40-8206-D814A139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4787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C28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5C28A"/>
                </a:solidFill>
                <a:latin typeface="Aptos Display"/>
                <a:ea typeface="Aptos Display"/>
                <a:cs typeface="Aptos Display"/>
              </a:rPr>
              <a:t>0 → 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895ED7-35CA-4F42-85BC-7585D214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241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第一批收藏 / 下载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8919E1-8129-4FA3-AAE3-701E43AA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A93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2A93B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2953EC-8980-4AAC-A49D-0385307D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195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核心场景：起草 / 审查 / 督办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60A562-FB8E-447D-98D4-1F3F81F0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38625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D5DF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6D5DFB"/>
                </a:solidFill>
                <a:latin typeface="Aptos Display"/>
                <a:ea typeface="Aptos Display"/>
                <a:cs typeface="Aptos Display"/>
              </a:rPr>
              <a:t>15 + 21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AC9C6C-5EA3-4064-A26F-A8937A73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1487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单元测试与预检通过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F17BC8-E49F-4D35-BBD0-246FAC2C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一句话给外部用户：体制内、办公室、行政、学生会都能用的公文材料助手。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6DEC99-7112-4CE0-B050-B86924B3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5C28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25C28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173628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7925AE-6337-4FDD-AEE4-F99CB783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25915-4BD3-4451-BC7A-88E71EE6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97F12-9F7C-449F-B6B8-6CB49428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official-document-assistant · 讯飞 SkillHub 政务公文智能处理赛道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3F6C5-23BC-4852-9CE9-D2EC62AE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5DF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D5DF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F7127-140B-4075-8ACD-F0D6624B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D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5DFB"/>
                </a:solidFill>
                <a:latin typeface="Aptos"/>
                <a:ea typeface="Aptos"/>
                <a:cs typeface="Aptos"/>
              </a:rPr>
              <a:t>USER PAIN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C8054-E1EA-4986-B9FB-102820B5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真正的痛点不是不会写字，而是正式材料很容易卡在细节。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64C6F-ACAE-4737-9A5A-8289CED6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政务、行政、学生组织里，高频材料往往重复但要求严格。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DF4F9-1BFA-46F3-BCF9-1F9056D0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53528-964F-4F45-9A96-40E2DCF9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CE8A1A-EB88-411E-B461-0045F48A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2819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起草耗时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CE1B6-17D1-4AC4-B530-BD7BEF97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819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通知、请示、函、会议纪要都要有规范骨架；新手常常从标题和称谓就开始卡。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2EFE5-480F-4370-BF5B-51D2BD8C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9375B-6EAB-4C40-8DE8-2A7E8885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5452A-5A42-485A-BB22-1BF7C4CA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67000"/>
            <a:ext cx="2819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格式不稳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D57E8E-CFC3-4BB7-AA15-0C859047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2819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标题、主送机关、落款单位、日期、附件说明、正式语气，一处不规范就显得不专业。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B38496-C515-459B-9BE4-AC37A538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76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3B6C11-3704-4D63-8CB8-270F15BD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7650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C10FE-7D2E-40C6-ACA1-6CFE10D2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2819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会后难跟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337CE6-8600-4114-8A33-8E25607F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67050"/>
            <a:ext cx="2819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会议纪要写完后，责任方、截止时间和事项常常散在正文里，后续督办成本高。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700B86-FCEA-4616-84C3-52AB98C0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9EDFF8-763C-41CF-A640-55C22822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67325"/>
            <a:ext cx="1000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所以它不是泛泛聊天助手，而是把正式材料处理拆成起草、检查、提取三个可验证动作。</a:t>
            </a:r>
          </a:p>
        </p:txBody>
      </p:sp>
    </p:spTree>
    <p:extLst>
      <p:ext uri="{BB962C8B-B14F-4D97-AF65-F5344CB8AC3E}">
        <p14:creationId xmlns:p14="http://schemas.microsoft.com/office/powerpoint/2010/main" val="11315327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0974CA-34B9-41F7-A0D3-F7BAAD20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04BA7-64C0-4BC4-9CEE-19AA92A5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884BE-D761-40F9-ACE0-3AC28AE7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official-document-assistant · 讯飞 SkillHub 政务公文智能处理赛道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1262F7-6431-4D73-9C8C-262F03C0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5DF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D5DF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3FB9F-4159-4F97-8667-8E7B557A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D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5DFB"/>
                </a:solidFill>
                <a:latin typeface="Aptos"/>
                <a:ea typeface="Aptos"/>
                <a:cs typeface="Aptos"/>
              </a:rPr>
              <a:t>PRODUCT POSITION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04BDD-4D4E-4B0C-B660-B22479DF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一个面向正式材料的结构化 Skill，而不是“帮我随便写一段”。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7B1D2-EB4D-4889-B461-37B52766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核心价值是把办公材料流程变得可复用、可检查、可二次编辑。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E48F3-876E-4D35-A382-580F3794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762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5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D1885-748F-4F56-9855-A835837C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66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F3F28-5870-4D5E-A326-991E248F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Review 审查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89656-CFEC-4E2B-90D1-A0EE2F01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343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识别文种，检查标题、主送、落款、日期、附件和口语化表达，输出问题清单与风险等级。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A033C-A6DC-499F-8DFF-0EF2F7B7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33625"/>
            <a:ext cx="2762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1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A6537-7D91-4A39-8B3E-454F9FC0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33625"/>
            <a:ext cx="666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0AE648-DDDF-45DB-872D-DFBAD5F2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24125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Draft 起草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7F208-676F-43C6-B425-8CC2C918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24175"/>
            <a:ext cx="2343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支持通知、请示、函、会议纪要模板生成；保留占位符，避免编造未知单位、日期和政策依据。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400690-A502-4100-89A7-73352C56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33625"/>
            <a:ext cx="2762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EC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6F27A3-9F1F-4477-B19A-2C3CF292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33625"/>
            <a:ext cx="666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BFB61-A761-4136-B0E6-546D7270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24125"/>
            <a:ext cx="2343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Brief 督办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825B12-AF6E-4836-B3B0-8CEE1EAE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24175"/>
            <a:ext cx="23431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从会议纪要里提取责任方、截止时间和任务，把会后事项沉淀成可跟进清单。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5DEE88-99D2-43D5-87F2-C2DC6A5F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600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0ED5E1-1A1B-463A-8470-3DE0C4E8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52700"/>
            <a:ext cx="1190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安全边界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FF8A9A-1518-41E1-9872-152D2F97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09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DBA4B9-191E-465E-9752-FA36FC57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1432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手机号/身份证提示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D84DED-8AC6-4EB9-842A-0B011936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71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041293-C0D0-4DA6-931F-FE09FBA2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5052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涉密/内部资料提示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9E2D17-F927-4E12-AF89-7FCA1E7A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33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AE35B0-493F-466A-B6A5-B9AC3967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8671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本地脱敏预览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5DB90D-2743-44FA-B9AE-6ACDB2B5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957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DE7ECA-71AE-4CD7-B33A-7EB04A65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2291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人工复核提醒</a:t>
            </a:r>
          </a:p>
        </p:txBody>
      </p:sp>
    </p:spTree>
    <p:extLst>
      <p:ext uri="{BB962C8B-B14F-4D97-AF65-F5344CB8AC3E}">
        <p14:creationId xmlns:p14="http://schemas.microsoft.com/office/powerpoint/2010/main" val="63941666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CC0E9D-F310-4C95-BD10-794B240F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91E82-0EC0-4EF7-9944-16792301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384A2-CA75-493F-B403-124FD0AD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official-document-assistant · 讯飞 SkillHub 政务公文智能处理赛道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BE5C4-EBC2-4417-9D4E-25ABB6D1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5DF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D5DFB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18B7D-A810-44F9-AFC1-95524B53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D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5DFB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9128B-6FD8-4E24-862D-09788C36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处理链路清楚，才能在复杂输入下稳定输出。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8890E-F699-4EE8-AB5D-C6FE9490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v0.2 选择轻量规则 + 模板流程，优先保证可运行、可解释、可部署。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69AE2-2015-4A20-BF88-F9D991F6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333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DE627-7CB0-443F-904F-59C3A6E6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0DE3F-85B6-4D62-A8A4-2D63A05D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6E8DB-F35A-4322-B8B6-C13B7AD4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0510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输入清洗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4A683-45E5-4C1A-85F4-C4607EC0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18764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清理控制字符，兼容空输入、短文本、坏 JSON 和自然语言需求。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AC528-64A9-4BB8-B290-CFAB9589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8137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09527-EFA1-4292-B41F-9A69097E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051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C881D-A670-4C1E-B08C-A482D314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2333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F566D-9358-46D3-AEB8-ADAC2087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86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50836-E35B-4B14-B0A4-258C7408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622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2D939-F93F-4F38-8CFE-DE914CDA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0510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文种识别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A49172-A26C-477D-9A59-A3CB4928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57550"/>
            <a:ext cx="18764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覆盖通知、请示、报告、函、纪要、简报、方案、通报等正式材料。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78C568-D778-4699-994A-2A3F0AF3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8137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36EEED-FA0D-4108-B30E-6149BC8D8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051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EEE9A3-69B0-4F8D-8A67-9B21D9AD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2333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BB04F5-EF8F-4234-BD07-675FE460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86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326D76-AE2C-488B-8E17-A5F3F501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622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9432EB-BFA2-4B29-BA2D-888CFBDF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0510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规则/模板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7A5522-1B43-4EB2-8507-D4625789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57550"/>
            <a:ext cx="18764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审查要素、生成草稿、抽取督办事项；输出 Markdown 或 JSON。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48EC98-9428-441A-9BCE-C21B7071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81375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7524B2-1B3C-4E03-99E1-EC3A11D4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051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6D522E-58AF-46AD-9F47-76852290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76500"/>
            <a:ext cx="1733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1BC4F0-F4DA-4606-917E-9834772F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86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D05ACB-3A25-45F4-A18D-8650D8D2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622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7A6E83-CD6D-4638-B46D-FB5F6D5D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70510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安全提示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0EFE6B-0A6F-4AF2-A6E3-FEB0FFE6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57550"/>
            <a:ext cx="1276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敏感信息、涉密表述、脱敏预览和人工复核提醒。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B1C0ED-7EF9-4A97-B239-98A5EF53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91125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这条链路服务专家榜的“运行稳定性与鲁棒性”，也服务真实办公场景的可控输出。</a:t>
            </a:r>
          </a:p>
        </p:txBody>
      </p:sp>
    </p:spTree>
    <p:extLst>
      <p:ext uri="{BB962C8B-B14F-4D97-AF65-F5344CB8AC3E}">
        <p14:creationId xmlns:p14="http://schemas.microsoft.com/office/powerpoint/2010/main" val="17196403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56D2C3-3C10-4D25-8CF5-11CE00C6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D5AE5-AE09-4632-97D9-3992615B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8F5DE-FC70-47DC-8B6F-3AA802C9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official-document-assistant · 讯飞 SkillHub 政务公文智能处理赛道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45489-6F44-4C6F-9B9A-4FC80291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5DF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D5DFB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3A655-1780-4575-B24F-5C284FFA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D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5DFB"/>
                </a:solidFill>
                <a:latin typeface="Aptos"/>
                <a:ea typeface="Aptos"/>
                <a:cs typeface="Aptos"/>
              </a:rPr>
              <a:t>REVIEW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12EFC-5674-4BE1-B6E7-1BEEF63A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Review 模式把一份公文变成可修改的问题清单。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255EF-3AEA-4A5B-AE54-10F52CD6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适合提交前做一遍材料体检。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6CB91-D75B-4D47-907D-C36C0D26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477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f16dc2d0d4dd1"/>
          <a:stretch xmlns:a="http://schemas.openxmlformats.org/drawingml/2006/main"/>
        </p:blipFill>
        <p:spPr>
          <a:xfrm xmlns:a="http://schemas.openxmlformats.org/drawingml/2006/main">
            <a:off x="1282700" y="2286000"/>
            <a:ext cx="5283200" cy="2971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0085DD-5B2F-4AD5-AA7C-DEA4F094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6210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review 输出：文种识别、风险等级、问题清单、修改建议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43887-4E9D-4195-9136-3D9CE494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39814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DE5E3-8594-4A19-A7C0-ED391F4F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9555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审查重点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3EDCD-479E-48E7-96B3-B9E5B2D3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7A4A48-3DBA-448C-91F2-62E90E64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304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标题是否像正式公文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3A22C2-FB76-4193-B89E-54DF0BB2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09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413410-946F-47C9-8A9E-22DAC259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43300"/>
            <a:ext cx="304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主送机关、落款单位、日期是否缺失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05B6AB-8446-4BCF-B57C-91C8557F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48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4F141-63D9-4FBE-ACAC-21D70837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81450"/>
            <a:ext cx="304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日期格式和附件说明是否规范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0A786-5E30-482B-BCD8-A906DAA2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862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4BB3B2-8339-46EB-887E-368E0EF8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19600"/>
            <a:ext cx="304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是否出现口语化或强制性表述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4C3A6-853D-44F7-9241-801C9648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24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0F388-EEDE-468B-A173-1C7C735C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57750"/>
            <a:ext cx="304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是否有敏感信息和涉密风险</a:t>
            </a:r>
          </a:p>
        </p:txBody>
      </p:sp>
    </p:spTree>
    <p:extLst>
      <p:ext uri="{BB962C8B-B14F-4D97-AF65-F5344CB8AC3E}">
        <p14:creationId xmlns:p14="http://schemas.microsoft.com/office/powerpoint/2010/main" val="5323235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DFD4B9-1149-47A0-A0DA-91473753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63E77-3F45-49FE-9D66-FE2BBA04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2582C-4CA3-4FC5-A788-ECBD57A4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official-document-assistant · 讯飞 SkillHub 政务公文智能处理赛道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4DC42-0412-4AEF-87D8-62F8912F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5DF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D5DFB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631A3-6C0F-496F-92C0-BDD26DDB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D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5DFB"/>
                </a:solidFill>
                <a:latin typeface="Aptos"/>
                <a:ea typeface="Aptos"/>
                <a:cs typeface="Aptos"/>
              </a:rPr>
              <a:t>DRAFT + BRIEF PROOF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38360-E381-47B7-9D41-7C01529D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09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它同时覆盖写前起草和会后跟进。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C809C-DFCC-434F-B666-D7D1C3BC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一个 Skill 覆盖材料生成、格式审查、会议督办三个连续动作。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CE908-26F8-4683-9CA9-C119CD64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1435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a9614a6dd47ae"/>
          <a:stretch xmlns:a="http://schemas.openxmlformats.org/drawingml/2006/main"/>
        </p:blipFill>
        <p:spPr>
          <a:xfrm xmlns:a="http://schemas.openxmlformats.org/drawingml/2006/main">
            <a:off x="827617" y="2209800"/>
            <a:ext cx="4859867" cy="27336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0E483-4B81-495D-AFA9-978073D7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81575"/>
            <a:ext cx="487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draft 输出：通知模板草稿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46FA0-385A-45B8-825D-55223034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43500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348eb0ce24a4f"/>
          <a:stretch xmlns:a="http://schemas.openxmlformats.org/drawingml/2006/main"/>
        </p:blipFill>
        <p:spPr>
          <a:xfrm xmlns:a="http://schemas.openxmlformats.org/drawingml/2006/main">
            <a:off x="6504517" y="2209800"/>
            <a:ext cx="4859867" cy="27336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DBA00-9AF4-490C-9FB1-FD756CDC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81575"/>
            <a:ext cx="487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brief 输出：会议督办事项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A0ADC-F034-4949-9D5E-19DF4DF8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EC"/>
          </a:solidFill>
          <a:ln xmlns:a="http://schemas.openxmlformats.org/drawingml/2006/main" w="9525">
            <a:solidFill>
              <a:srgbClr val="25C2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0DD7F-50EB-40A9-816D-CAFA7B42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76900"/>
            <a:ext cx="1028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传播时别只说“政务”，要说“办公室、行政、学生会、社团写通知和会议纪要都能用”。</a:t>
            </a:r>
          </a:p>
        </p:txBody>
      </p:sp>
    </p:spTree>
    <p:extLst>
      <p:ext uri="{BB962C8B-B14F-4D97-AF65-F5344CB8AC3E}">
        <p14:creationId xmlns:p14="http://schemas.microsoft.com/office/powerpoint/2010/main" val="12495325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EF3764-4984-4C83-BD01-D6EFFEDF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B1451-20F7-484E-86D3-40D77DEF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1E3F5-DDF0-4230-9E1D-3635AA8D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official-document-assistant · 讯飞 SkillHub 政务公文智能处理赛道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BE869-EEDA-4A74-B6DB-8449D512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5DF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D5DFB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6B25F-6246-45F7-BBF4-5C2A8786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D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5DFB"/>
                </a:solidFill>
                <a:latin typeface="Aptos"/>
                <a:ea typeface="Aptos"/>
                <a:cs typeface="Aptos"/>
              </a:rPr>
              <a:t>ROBUSTNESS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5F3000-B3A1-4543-BFAB-9104C82D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参赛版最先保证“不崩、能跑、可解释”。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860A5-359F-4405-AEF4-E0EC4D36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专家榜 30 分运行稳定性，先用测试和预检把底线打牢。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4E2E1-5465-4BCA-B573-6E87B0DE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D5DF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6D5DFB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33EB8-6583-40A7-9841-6AE73E43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单元测试通过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60B63-10E6-4DFC-B093-2D69B6A4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C28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5C28A"/>
                </a:solidFill>
                <a:latin typeface="Aptos Display"/>
                <a:ea typeface="Aptos Display"/>
                <a:cs typeface="Aptos Display"/>
              </a:rPr>
              <a:t>21 / 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0F047-7B1E-4B7C-A5A3-D2C64F23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提交预检通过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5CB6F-49D8-4BB4-A3A3-0DAADF14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A93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2A93B"/>
                </a:solidFill>
                <a:latin typeface="Aptos Display"/>
                <a:ea typeface="Aptos Display"/>
                <a:cs typeface="Aptos Display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A7BE4-24D7-452D-8708-5D8E5739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第三方依赖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46FB1-7936-41D8-8B02-17A2C37A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31813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927E7E-B327-4B1A-B4F3-198A19D5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异常输入覆盖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611688-44C2-4547-BF9E-B7F02E75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71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5F3FD-05D4-4976-99C5-5BE26C72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05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空输入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5FF4F-05F6-4420-8058-BDC81313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71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868514-63F1-4475-BDEF-3AA2C559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052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坏 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137B06-3173-4775-89D7-FEA9DCB9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F0853E-DAD8-45B3-80D3-6F4EFE90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052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控制字符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A0A37-CA61-4087-9CBF-E4F7E752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71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6B8E49-27C4-4597-93F0-D7377F52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053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字段缺失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AF9368-54C5-4F96-93EA-D18FC978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72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B188F1-1907-43C4-8B67-7839F9CE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05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隐私/涉密提示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E3FDC1-454A-4ED3-B07D-F3849718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09800"/>
            <a:ext cx="47910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b80c923594236"/>
          <a:stretch xmlns:a="http://schemas.openxmlformats.org/drawingml/2006/main"/>
        </p:blipFill>
        <p:spPr>
          <a:xfrm xmlns:a="http://schemas.openxmlformats.org/drawingml/2006/main">
            <a:off x="6810375" y="2354163"/>
            <a:ext cx="4600575" cy="2587823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2A5E5F-9261-4458-BA42-44A2F91E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029200"/>
            <a:ext cx="4524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ZIP 合规与 smoke test 证据</a:t>
            </a:r>
          </a:p>
        </p:txBody>
      </p:sp>
    </p:spTree>
    <p:extLst>
      <p:ext uri="{BB962C8B-B14F-4D97-AF65-F5344CB8AC3E}">
        <p14:creationId xmlns:p14="http://schemas.microsoft.com/office/powerpoint/2010/main" val="15247324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35C48D-C118-4BA0-87F9-F551CA1A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09055-CA22-4483-9B9F-D4D466D3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216DB-92E5-42C4-A75D-F3F162CA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official-document-assistant · 讯飞 SkillHub 政务公文智能处理赛道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B3CDF-391D-4DB0-A075-2BCE5643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5DF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D5DFB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9BADB-05F7-4350-B328-CDB8BA72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D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5DFB"/>
                </a:solidFill>
                <a:latin typeface="Aptos"/>
                <a:ea typeface="Aptos"/>
                <a:cs typeface="Aptos"/>
              </a:rPr>
              <a:t>EXPERT RUBRIC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EE758-4AC5-481E-9191-F21500A6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专家榜叙事：稳定性打底，场景价值拉开差距。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50507-893D-4BA6-8D41-3C8F89CC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材料里要主动把作品对应到 100 分评分维度。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91D80-5093-43EA-A6D9-E7DE3D4F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运行稳定性与鲁棒性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F6C62-C118-45E9-AB7D-388FF035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764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4DD45-83A2-43C9-98A1-DDA14F24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764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5216C-C560-41F2-9AA8-4FA6F21F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288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5DFB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6D5DFB"/>
                </a:solidFill>
                <a:latin typeface="Aptos Mono"/>
                <a:ea typeface="Aptos Mono"/>
                <a:cs typeface="Aptos Mono"/>
              </a:rPr>
              <a:t>30 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CD867-174A-43AA-83B4-6313ECAD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098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15 tests / 21 preflight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A70B1-AF8D-407E-9AC3-4DA3ED57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作品创新性和应用价值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4A464D-1FAE-4215-ACED-7697257D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765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B77B9-001B-46A7-A215-A1379B22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765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B62964-C206-4675-923E-BA205574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28925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C28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25C28A"/>
                </a:solidFill>
                <a:latin typeface="Aptos Mono"/>
                <a:ea typeface="Aptos Mono"/>
                <a:cs typeface="Aptos Mono"/>
              </a:rPr>
              <a:t>30 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03D471-A406-4011-BF99-D27D4010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09875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政务 + 泛办公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1A4C0A-0AC8-413D-8732-FCC6F07E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385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结果质量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DEF929-063B-4774-BEA2-378926C8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7662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410C5F-D4E1-4650-9B85-5CDBAC2F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76625"/>
            <a:ext cx="330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F1B336-09A2-4DAF-AEFE-137CEC53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290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A93B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2A93B"/>
                </a:solidFill>
                <a:latin typeface="Aptos Mono"/>
                <a:ea typeface="Aptos Mono"/>
                <a:cs typeface="Aptos Mono"/>
              </a:rPr>
              <a:t>20 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CAAFDB-14D1-4571-B434-8D68DD88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099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Markdown / JSON 输出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079C27-26AD-4E07-BC68-7795A2BD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技术设计与编排能力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287CD0-4EA0-4480-A596-D019655D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767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3D1EB0-6DD1-4769-BBFE-BD300568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76700"/>
            <a:ext cx="165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7C8412-D318-48B8-927F-2CDBDA0C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29075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6B6B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E66B6B"/>
                </a:solidFill>
                <a:latin typeface="Aptos Mono"/>
                <a:ea typeface="Aptos Mono"/>
                <a:cs typeface="Aptos Mono"/>
              </a:rPr>
              <a:t>10 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F4B46D-EED7-4EE9-9A60-CC1E3B88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10025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规则 + 模板链路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300C45-9694-47F8-81B4-451E2EBA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386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工程规范与文档完整性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A876E2-6435-4828-AFB2-8276DC39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767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F0E615-96B4-4E42-9066-EE5619ED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76775"/>
            <a:ext cx="82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CBD78D-F1F7-428E-87BA-0F94AED0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291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D5DFB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6D5DFB"/>
                </a:solidFill>
                <a:latin typeface="Aptos Mono"/>
                <a:ea typeface="Aptos Mono"/>
                <a:cs typeface="Aptos Mono"/>
              </a:rPr>
              <a:t>5 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8BD8D0-B057-4CB7-BD2B-D7C1BB0A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101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README / examples / DOCX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6FB061-E42F-4D08-9757-552BF10D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安全合规指标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946A68-5E63-4E1B-9EDD-5A73E296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76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9E85D9-01B8-4255-919C-959AA9D3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76850"/>
            <a:ext cx="82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333BA8-EDC4-4B44-85AB-BF9EBDFB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29225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C28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25C28A"/>
                </a:solidFill>
                <a:latin typeface="Aptos Mono"/>
                <a:ea typeface="Aptos Mono"/>
                <a:cs typeface="Aptos Mono"/>
              </a:rPr>
              <a:t>5 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8DE720-9379-4E18-B769-847A604B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0175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脱敏 / 涉密提示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9837C6-C40C-4368-98E8-A8F0D811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D281BE-5FF5-4C31-BCEA-B161A5E2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91225"/>
            <a:ext cx="1019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答辩表达：它不替代最终人工审核，而是降低起草与初审成本，把重复、易错、格式化的材料处理变成稳定 Skill。</a:t>
            </a:r>
          </a:p>
        </p:txBody>
      </p:sp>
    </p:spTree>
    <p:extLst>
      <p:ext uri="{BB962C8B-B14F-4D97-AF65-F5344CB8AC3E}">
        <p14:creationId xmlns:p14="http://schemas.microsoft.com/office/powerpoint/2010/main" val="17990205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EE6FCC-946D-4CE5-A0C5-40528B85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0EB7A-D3A0-4D0C-9B25-A580E203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04FC9-350C-440A-A85B-2D099CAF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official-document-assistant · 讯飞 SkillHub 政务公文智能处理赛道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9BE0A-ACD1-40FC-BD22-0C38A86B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5DF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D5DFB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590D9-92EA-483A-B5AD-5D7B702B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D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5DFB"/>
                </a:solidFill>
                <a:latin typeface="Aptos"/>
                <a:ea typeface="Aptos"/>
                <a:cs typeface="Aptos"/>
              </a:rPr>
              <a:t>HEAT 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A0382-B756-4E2B-8CAE-83081980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热度榜不是等自然流量，是把“收藏 + 下载”说清楚。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653D2-1572-4BD9-957F-32DC2D4F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传播口径要从政务扩展到办公室、行政、学生会、社团材料负责人。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D3447-75B3-49BF-B678-E2A7F5DA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4859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0FB3E-6DA5-4D59-AE86-BCCDDE9B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485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C8A3B-FC55-4362-8B15-1456521D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622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5DF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D5DFB"/>
                </a:solidFill>
                <a:latin typeface="Aptos Mono"/>
                <a:ea typeface="Aptos Mono"/>
                <a:cs typeface="Aptos Mono"/>
              </a:rPr>
              <a:t>Day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1F79F-6CD7-49BE-B93D-CEAFD4E8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首发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980C82-DEB4-40F0-BA61-24904E74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朋友圈/群/抖音，先冲 20 个动作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0E129-2EDE-4970-A616-0005BCB4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33625"/>
            <a:ext cx="14859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92B2DC-1BFC-4C9B-9780-3D3AD9AA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33625"/>
            <a:ext cx="1485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7152F-87E1-4E3A-8699-7D2681AE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622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A93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2A93B"/>
                </a:solidFill>
                <a:latin typeface="Aptos Mono"/>
                <a:ea typeface="Aptos Mono"/>
                <a:cs typeface="Aptos Mono"/>
              </a:rPr>
              <a:t>Day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7927DA-8678-40A1-B153-4AADAD2F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575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通知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EFC07-D3C1-43FC-AB4E-0B3B1653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09925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展示一句话生成通知草稿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E3776E-3B6D-4A4E-9F61-B76B9A12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33625"/>
            <a:ext cx="14859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B37922-0C08-4E0B-B99F-1E75FC4C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33625"/>
            <a:ext cx="1485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E28044-DB52-4C77-9E0C-A8F614AF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622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C28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5C28A"/>
                </a:solidFill>
                <a:latin typeface="Aptos Mono"/>
                <a:ea typeface="Aptos Mono"/>
                <a:cs typeface="Aptos Mono"/>
              </a:rPr>
              <a:t>Day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BA7F25-6635-4143-BA75-CC8E4850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体检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D7AB13-A47E-4D8D-B7AE-85E31F1E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9925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展示格式检查与问题清单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4C5E1E-434B-4B75-9218-E6621C0B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33625"/>
            <a:ext cx="14859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CFEEF5-1ECE-4F2C-B809-D7065837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33625"/>
            <a:ext cx="1485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FED1D8-69CB-480A-A329-2D5F4B67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622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6B6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E66B6B"/>
                </a:solidFill>
                <a:latin typeface="Aptos Mono"/>
                <a:ea typeface="Aptos Mono"/>
                <a:cs typeface="Aptos Mono"/>
              </a:rPr>
              <a:t>Day 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7CE796-C9E9-4064-A180-ED122B6D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575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督办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2886BD-3C07-484D-9497-97679BB8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09925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会议纪要转待办清单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F03C7A-2ED3-4DD6-965E-24EE3059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33625"/>
            <a:ext cx="14859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EED8BC-8604-42CA-8830-2F27379F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33625"/>
            <a:ext cx="1485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350824-CFB8-478C-8AE4-7C19A805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622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5DFB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6D5DFB"/>
                </a:solidFill>
                <a:latin typeface="Aptos Mono"/>
                <a:ea typeface="Aptos Mono"/>
                <a:cs typeface="Aptos Mono"/>
              </a:rPr>
              <a:t>Day 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CD2116-0520-4157-B9F2-FDEA5D1F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575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学生会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671D56-DC92-4E67-812A-725F4BC6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09925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扩大非政务用户人群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EC4E61-B36E-4F92-B8F2-19BBC756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33625"/>
            <a:ext cx="14859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3E2E74-065B-43DA-BABB-4C3DD35C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33625"/>
            <a:ext cx="1485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B6732B-524C-4231-932C-E3FE988E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62225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C28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5C28A"/>
                </a:solidFill>
                <a:latin typeface="Aptos Mono"/>
                <a:ea typeface="Aptos Mono"/>
                <a:cs typeface="Aptos Mono"/>
              </a:rPr>
              <a:t>Day 6-7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5B3E23-A546-44D5-99A7-8F167454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575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复投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C58850-0D6E-45F6-B9A0-9ADA09F7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09925"/>
            <a:ext cx="1162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技术复盘 + 三功能合辑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786725-2300-42C9-8714-D0801340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1905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6CC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81ad0c63cd4991"/>
          <a:srcRect xmlns:a="http://schemas.openxmlformats.org/drawingml/2006/main" l="0" t="18333" r="0" b="1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0" y="4191000"/>
            <a:ext cx="1714500" cy="144780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4D942B-57CB-4B91-B841-3F1061E9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7690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海报：收藏 + 下载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8D335E-7248-4E60-B1E2-3A5B400A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723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96A90F-CA73-4BC3-8191-D89A5914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720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置顶评论模板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88015D-6F99-4A10-AE05-D2290B09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0"/>
            <a:ext cx="657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EDF5"/>
                </a:solidFill>
                <a:latin typeface="Aptos"/>
                <a:ea typeface="Aptos"/>
                <a:cs typeface="Aptos"/>
              </a:rPr>
              <a:t>工具名：official-document-assistant。入口：讯飞 SkillHub 搜这个名字。支持方式：收藏 + 下载，这两个会计入热度榜。</a:t>
            </a:r>
          </a:p>
        </p:txBody>
      </p:sp>
    </p:spTree>
    <p:extLst>
      <p:ext uri="{BB962C8B-B14F-4D97-AF65-F5344CB8AC3E}">
        <p14:creationId xmlns:p14="http://schemas.microsoft.com/office/powerpoint/2010/main" val="210781199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69A632-BED0-44CE-90C7-B635DDCF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6E7FB-195B-4168-A2C7-F688FFB8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6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DBF9E-2AFC-416C-8E20-08BC9271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official-document-assistant · 讯飞 SkillHub 政务公文智能处理赛道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1A014-2343-47FB-856E-1C635DA1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D5DF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D5DFB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A6672-241D-4522-93AB-DEF83C09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C2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C28A"/>
                </a:solidFill>
                <a:latin typeface="Aptos"/>
                <a:ea typeface="Aptos"/>
                <a:cs typeface="Aptos"/>
              </a:rPr>
              <a:t>CALL TO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C9E18-2DAF-47CB-A1C2-4B63CF31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14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下一步很简单：让收藏和下载从 0 开始动起来。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06519-79B6-43F0-9D40-7B646411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8477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DEE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9DEE8"/>
                </a:solidFill>
                <a:latin typeface="Aptos"/>
                <a:ea typeface="Aptos"/>
                <a:cs typeface="Aptos"/>
              </a:rPr>
              <a:t>这套 PPT 可以用于录抖音、发群介绍，也可以作为后续专家评审答辩的讲解底稿。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D41D85-D74C-4DCD-BEF9-36100AE9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solidFill>
              <a:srgbClr val="6D5D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5D726-D25F-4CEA-9158-728FBF59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搜索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32329-BCAF-4B56-892E-32D8B739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670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C28A"/>
          </a:solidFill>
          <a:ln xmlns:a="http://schemas.openxmlformats.org/drawingml/2006/main" w="0">
            <a:solidFill>
              <a:srgbClr val="25C2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1E166-5128-429B-8190-C0308E5B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146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收藏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8B1DD-591F-4CA0-AF4D-FD4FA68C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670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3B"/>
          </a:solidFill>
          <a:ln xmlns:a="http://schemas.openxmlformats.org/drawingml/2006/main" w="0">
            <a:solidFill>
              <a:srgbClr val="F2A9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759B2-1099-4883-9C38-68E5BFF1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1462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下载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D44D65-D6F9-4EC9-B0CC-B435C3E0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EE8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D9DEE8"/>
                </a:solidFill>
                <a:latin typeface="Aptos Mono"/>
                <a:ea typeface="Aptos Mono"/>
                <a:cs typeface="Aptos Mono"/>
              </a:rPr>
              <a:t>https://skill.xfyun.cn/space/global/official-document-assistant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AEA9CC-51AC-49E1-B009-1A8A264B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440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ADE0EF-AEFF-4F55-BD5E-54725679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视频标题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4EEAE3-481D-47C3-968E-04D977E7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419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8EDF5"/>
                </a:solidFill>
                <a:latin typeface="Aptos"/>
                <a:ea typeface="Aptos"/>
                <a:cs typeface="Aptos"/>
              </a:rPr>
              <a:t>写通知、请示、会议纪要总卡壳？我做了个公文材料助手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6FE840-199D-43FD-B8B3-3BE6069D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44767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DFF3E1-C984-4170-BBA3-8677A92C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录屏讲解顺序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B590E9-0147-4D17-B860-7D8C1099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48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E446B3-7C54-4F85-AD0C-F6C44493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8137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展示已发布页面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A6A0BC-E2E1-4019-9A20-4CE93874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481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76460A-4EA7-4950-9004-D271A744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8142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说清三个痛点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E88C2B-7352-4C0B-BF3D-7AB62CA7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481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7CD10C-8421-47DF-9732-25489E50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8147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展示 review / draft / brief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7F10AA-C18C-4895-AFEE-5A90689D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48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C3BEC1-7FC9-462D-A3CF-3C0BD696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8152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强调测试与安全边界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8A800C-ED09-424C-B906-876836C4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48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623D00-A432-4678-B8D7-F20EE686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8157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最后请求收藏 + 下载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1DA82A-C603-4955-A1FA-78502C67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981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一句话收尾：不是替你最终定稿，而是先把正式材料的骨架、格式问题和督办事项整理出来。</a:t>
            </a:r>
          </a:p>
        </p:txBody>
      </p:sp>
    </p:spTree>
    <p:extLst>
      <p:ext uri="{BB962C8B-B14F-4D97-AF65-F5344CB8AC3E}">
        <p14:creationId xmlns:p14="http://schemas.microsoft.com/office/powerpoint/2010/main" val="8778148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2026-06-10T03:40:17.5280000Z</dcterms:created>
  <dcterms:modified xsi:type="dcterms:W3CDTF">2026-06-10T03:40:17.5280000Z</dcterms:modified>
</coreProperties>
</file>